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7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0E"/>
    <a:srgbClr val="0000A0"/>
    <a:srgbClr val="800000"/>
    <a:srgbClr val="008000"/>
    <a:srgbClr val="7474CB"/>
    <a:srgbClr val="D9D9F1"/>
    <a:srgbClr val="000099"/>
    <a:srgbClr val="EEF7E9"/>
    <a:srgbClr val="BFBFB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1" autoAdjust="0"/>
    <p:restoredTop sz="83375" autoAdjust="0"/>
  </p:normalViewPr>
  <p:slideViewPr>
    <p:cSldViewPr snapToGrid="0" showGuides="1">
      <p:cViewPr varScale="1">
        <p:scale>
          <a:sx n="74" d="100"/>
          <a:sy n="74" d="100"/>
        </p:scale>
        <p:origin x="68" y="112"/>
      </p:cViewPr>
      <p:guideLst>
        <p:guide orient="horz" pos="1979"/>
        <p:guide pos="7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4056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6D0EC6D-A68A-4215-8A8B-6E98FC4A9AC8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CDDF767-9615-4D24-A1FA-216B0FAF27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377702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venir LT Std 55 Roman" panose="020B05030202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Subtitle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LT Std 55 Roman" panose="020B0503020203020204" pitchFamily="34" charset="0"/>
              </a:defRPr>
            </a:lvl1pPr>
          </a:lstStyle>
          <a:p>
            <a:fld id="{DCEC4A7E-28AE-40D9-9E8E-1380E345E38E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LT Std 55 Roman" panose="020B0503020203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LT Std 55 Roman" panose="020B0503020203020204" pitchFamily="34" charset="0"/>
              </a:defRPr>
            </a:lvl1pPr>
          </a:lstStyle>
          <a:p>
            <a:fld id="{FC0EBB29-0FD7-43F3-89F7-FA0B837E7F6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Picture 6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087"/>
          <a:stretch>
            <a:fillRect/>
          </a:stretch>
        </p:blipFill>
        <p:spPr bwMode="auto">
          <a:xfrm>
            <a:off x="0" y="4899"/>
            <a:ext cx="12192000" cy="107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000" y="183379"/>
            <a:ext cx="6147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1917700"/>
            <a:ext cx="9144000" cy="2200275"/>
          </a:xfrm>
        </p:spPr>
        <p:txBody>
          <a:bodyPr anchor="b">
            <a:normAutofit/>
          </a:bodyPr>
          <a:lstStyle>
            <a:lvl1pPr marL="0" indent="0" algn="ctr">
              <a:buNone/>
              <a:defRPr sz="4000">
                <a:latin typeface="Avenir LT Std 55 Roman" panose="020B0503020203020204" pitchFamily="34" charset="0"/>
              </a:defRPr>
            </a:lvl1pPr>
          </a:lstStyle>
          <a:p>
            <a:pPr lvl="0"/>
            <a:r>
              <a:rPr lang="en-US" altLang="zh-CN" dirty="0"/>
              <a:t>Title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LT Std 55 Roman" panose="020B0503020203020204" pitchFamily="34" charset="0"/>
              </a:defRPr>
            </a:lvl1pPr>
          </a:lstStyle>
          <a:p>
            <a:fld id="{C51FB2EC-2A3F-4E8C-A1E6-1633F7372BE7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LT Std 55 Roman" panose="020B0503020203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LT Std 55 Roman" panose="020B0503020203020204" pitchFamily="34" charset="0"/>
              </a:defRPr>
            </a:lvl1pPr>
          </a:lstStyle>
          <a:p>
            <a:fld id="{FC0EBB29-0FD7-43F3-89F7-FA0B837E7F6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 bwMode="auto">
          <a:xfrm>
            <a:off x="0" y="0"/>
            <a:ext cx="12192000" cy="78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92055" y="18255"/>
            <a:ext cx="9007891" cy="766605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Avenir LT Std 55 Roman" panose="020B0503020203020204" pitchFamily="34" charset="0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731838" y="958850"/>
            <a:ext cx="8210550" cy="611188"/>
          </a:xfrm>
        </p:spPr>
        <p:txBody>
          <a:bodyPr anchor="ctr"/>
          <a:lstStyle>
            <a:lvl1pPr marL="536575" indent="-536575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/>
              <a:t>Subtitle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2043211" cy="766763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bg1"/>
                </a:solidFill>
                <a:latin typeface="Avenir LT Std 55 Roman" panose="020B0503020203020204" pitchFamily="34" charset="0"/>
              </a:defRPr>
            </a:lvl1pPr>
          </a:lstStyle>
          <a:p>
            <a:pPr lvl="0"/>
            <a:r>
              <a:rPr lang="en-US" altLang="zh-CN" dirty="0"/>
              <a:t>Mark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fld id="{72295438-7909-4B20-BC8E-2E8F31485A5C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fld id="{FC0EBB29-0FD7-43F3-89F7-FA0B837E7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776549" y="4360285"/>
            <a:ext cx="9144000" cy="1655762"/>
          </a:xfrm>
        </p:spPr>
        <p:txBody>
          <a:bodyPr/>
          <a:lstStyle/>
          <a:p>
            <a:pPr algn="ctr"/>
            <a:r>
              <a:rPr lang="en-US" altLang="zh-CN" sz="2400" dirty="0">
                <a:latin typeface="Avenir LT Std 55 Roman"/>
              </a:rPr>
              <a:t>Yu-Xiang Shan</a:t>
            </a:r>
            <a:endParaRPr sz="2400" dirty="0">
              <a:latin typeface="Avenir LT Std 55 Roman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sz="4000" dirty="0">
                <a:latin typeface="Avenir LT Std 55 Roman"/>
              </a:rPr>
              <a:t>Week </a:t>
            </a:r>
            <a:r>
              <a:rPr lang="en-US" altLang="zh-CN" sz="4000" dirty="0">
                <a:latin typeface="Avenir LT Std 55 Roman"/>
              </a:rPr>
              <a:t>10</a:t>
            </a:r>
            <a:r>
              <a:rPr sz="4000" dirty="0">
                <a:latin typeface="Avenir LT Std 55 Roman"/>
              </a:rPr>
              <a:t> - 202</a:t>
            </a:r>
            <a:r>
              <a:rPr lang="en-US" altLang="zh-CN" sz="4000" dirty="0">
                <a:latin typeface="Avenir LT Std 55 Roman"/>
              </a:rPr>
              <a:t>6</a:t>
            </a:r>
            <a:endParaRPr sz="4000" dirty="0">
              <a:latin typeface="Avenir LT Std 55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18998F-4925-125A-DB34-1D69439E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EBB29-0FD7-43F3-89F7-FA0B837E7F6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8C59B5A-17BB-4850-666F-E93E4A26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48B4FA-09F1-9395-ADDD-6E74D3703B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02D8EC-BB33-3AB6-39F5-0F60D4F30E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820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Avenir LT Std 55 Roman</vt:lpstr>
      <vt:lpstr>微软雅黑</vt:lpstr>
      <vt:lpstr>Arial</vt:lpstr>
      <vt:lpstr>Wingdings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Pyridinium(boron) Fluorophores as a Versatile Photocatalyst</dc:title>
  <dc:creator>Qi Alexander</dc:creator>
  <cp:lastModifiedBy>宇翔 单</cp:lastModifiedBy>
  <cp:revision>285</cp:revision>
  <dcterms:created xsi:type="dcterms:W3CDTF">2024-09-04T02:09:00Z</dcterms:created>
  <dcterms:modified xsi:type="dcterms:W3CDTF">2026-08-14T18:07:34Z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50EFF7A477464609A9F18E4F04D274C5_13</vt:lpwstr>
  </property>
  <property fmtid="{D5CDD505-2E9C-101B-9397-08002B2CF9AE}" pid="3" name="KSOProductBuildVer">
    <vt:lpwstr>2052-12.1.0.21915</vt:lpwstr>
  </property>
</Properties>
</file>